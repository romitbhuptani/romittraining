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14630400" cy="8229600"/>
  <p:notesSz cx="8229600" cy="14630400"/>
  <p:embeddedFontLst>
    <p:embeddedFont>
      <p:font typeface="Alexandria Semi Bold" panose="020B0604020202020204" charset="-78"/>
      <p:regular r:id="rId9"/>
    </p:embeddedFont>
    <p:embeddedFont>
      <p:font typeface="Sora Light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693670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Dijkstra's Algorithm: Code Implementation in Python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5172908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329" y="5180528"/>
            <a:ext cx="331351" cy="33135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99528" y="5156716"/>
            <a:ext cx="2431971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by Sibtain Pathan</a:t>
            </a:r>
            <a:endParaRPr lang="en-US" sz="21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3E558B-2693-EEA4-CC5D-2CA0F45D2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2946" y="7787246"/>
            <a:ext cx="1486107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1031831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Introduction to Dijkstra's Algorithm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Dijkstra's Algorithm aims to find the shortest path between two nodes in a weighted graph.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584144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It's used in network routing, GPS navigation, finding shortest paths in maps, and many more applications.</a:t>
            </a:r>
            <a:endParaRPr lang="en-US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A32288-A6EF-C3E5-EC3A-C576D30B0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2946" y="7787246"/>
            <a:ext cx="1486107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53471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Python Implementation: Key Steps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52877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1160" y="3601403"/>
            <a:ext cx="13442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948726" y="35287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Initialization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948726" y="4014907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Initialize distances to all nodes as infinity and create a priority queue.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0166747" y="352877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08312" y="3601403"/>
            <a:ext cx="204192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870763" y="352877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Iteration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870763" y="4014907"/>
            <a:ext cx="300144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Iterate through the graph while the priority queue is not empty.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44709" y="5515332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6155" y="5587960"/>
            <a:ext cx="204549" cy="342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6948726" y="551533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Distance Updates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8726" y="6001464"/>
            <a:ext cx="692336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For each unprocessed node, update distances and revisit unprocessed neighbors.</a:t>
            </a:r>
            <a:endParaRPr lang="en-US" sz="17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0552AA-6A56-8185-D4A8-E7BCE10A5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2946" y="7787246"/>
            <a:ext cx="1486107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393" y="525066"/>
            <a:ext cx="7811214" cy="1252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900"/>
              </a:lnSpc>
              <a:buNone/>
            </a:pPr>
            <a:r>
              <a:rPr lang="en-US" sz="3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Conclusion: Benefits and Future Scope</a:t>
            </a:r>
            <a:endParaRPr lang="en-US" sz="39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93" y="2063115"/>
            <a:ext cx="475893" cy="4758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6393" y="2729389"/>
            <a:ext cx="250519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Efficiency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666393" y="3156704"/>
            <a:ext cx="7811214" cy="609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Dijkstra's Algorithm provides an efficient and accurate solution for finding the shortest path.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93" y="4336971"/>
            <a:ext cx="475893" cy="4758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6393" y="5003244"/>
            <a:ext cx="250519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Accuracy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666393" y="5430560"/>
            <a:ext cx="78112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guarantees finding the shortest path, making it suitable for critical applications.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393" y="6306264"/>
            <a:ext cx="475893" cy="4758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6393" y="6972538"/>
            <a:ext cx="2505194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Python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666393" y="7399853"/>
            <a:ext cx="78112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Python simplifies the implementation, making it accessible to a wider audience.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68705"/>
            <a:ext cx="11171158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Future Scope: Real-World Applications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774" y="2214682"/>
            <a:ext cx="2163723" cy="1612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3355" y="3013710"/>
            <a:ext cx="10644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5335072" y="260461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35072" y="3090743"/>
            <a:ext cx="7935516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Dijkstra's algorithm can be integrated into larger systems for pathfinding.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172551" y="3839170"/>
            <a:ext cx="8645485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972" y="3881438"/>
            <a:ext cx="4327446" cy="16127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55733" y="4471035"/>
            <a:ext cx="161687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416993" y="4098012"/>
            <a:ext cx="352591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16993" y="4584144"/>
            <a:ext cx="723852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can be applied in GPS navigation, logistics, network routing, and more.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54472" y="5505926"/>
            <a:ext cx="7563564" cy="15240"/>
          </a:xfrm>
          <a:prstGeom prst="roundRect">
            <a:avLst>
              <a:gd name="adj" fmla="val 597101"/>
            </a:avLst>
          </a:prstGeom>
          <a:solidFill>
            <a:srgbClr val="BBC2D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51" y="5548193"/>
            <a:ext cx="6491288" cy="16127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55733" y="6137791"/>
            <a:ext cx="161925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7498913" y="576476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Optimization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498913" y="6250900"/>
            <a:ext cx="615660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Further optimization of the algorithm can improve efficiency in complex graphs.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5C63AF6-63CE-EC02-0C14-C254806C4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72946" y="7787246"/>
            <a:ext cx="1486107" cy="304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3758446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 </a:t>
            </a:r>
            <a:endParaRPr lang="en-US" sz="4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621AA-2616-C75B-5F03-B159CF56F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2946" y="7787246"/>
            <a:ext cx="1486107" cy="304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</Words>
  <Application>Microsoft Office PowerPoint</Application>
  <PresentationFormat>Custom</PresentationFormat>
  <Paragraphs>41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Sora Bold</vt:lpstr>
      <vt:lpstr>Sora Light</vt:lpstr>
      <vt:lpstr>Alexandria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Romit Bhuptani</cp:lastModifiedBy>
  <cp:revision>2</cp:revision>
  <dcterms:created xsi:type="dcterms:W3CDTF">2024-12-17T17:40:30Z</dcterms:created>
  <dcterms:modified xsi:type="dcterms:W3CDTF">2024-12-21T03:47:07Z</dcterms:modified>
</cp:coreProperties>
</file>